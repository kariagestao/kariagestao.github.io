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">
    <p:bg>
      <p:bgPr>
        <a:solidFill>
          <a:srgbClr val="1A3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0" y="-1188720"/>
            <a:ext cx="5303520" cy="7498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0" dirty="0">
                <a:solidFill>
                  <a:srgbClr val="0F284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436" cy="2743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05156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CÓDIGO DO</a:t>
            </a:r>
            <a:endParaRPr lang="en-US" sz="5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32918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500" kern="0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JURÍDICO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3858768"/>
            <a:ext cx="2926080" cy="27432"/>
          </a:xfrm>
          <a:prstGeom prst="rect">
            <a:avLst/>
          </a:prstGeom>
          <a:solidFill>
            <a:srgbClr val="C9A97A"/>
          </a:solidFill>
          <a:ln w="12700">
            <a:solidFill>
              <a:srgbClr val="C9A9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9502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NATHALYA PEREIRA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  ·  KARIA Gestão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teoria não ensina</a:t>
            </a:r>
            <a:endParaRPr lang="en-US" sz="10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prática cobra.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0" y="4315968"/>
            <a:ext cx="3657600" cy="27432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43708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 CONTROLLERS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46085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na lista de espera → kariagestao.com/k-controllers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46581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4465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AUTORA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Nathalya Pereira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(OAB/RS) e Controller Jurídico com quase 10 anos de experiência em escritórios de advocacia.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Fundou a KARIA Gestão com foco exclusivo em Controladoria Jurídica — a área que ainda não tem manual pronto.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"Este material é o que eu precisava ter encontrado quando comecei."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1508760"/>
            <a:ext cx="2926080" cy="324612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7880" y="1737360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80760" y="17190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OAB/RS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97880" y="2276856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2585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97880" y="2816352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27980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Gestão de Processos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3355848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33375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 em Legal Ops &amp; Controladoria Jurídica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97880" y="3895344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87705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da KARIA Gestão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4182466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41824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DESAFIOS QUE NINGUÉM TE PREPARA PARA ENFRENTAR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que você vai encontrar aqui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19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170432" y="1828800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75564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referência técnica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682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170432" y="2478024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80160" y="24048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cultural interna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17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170432" y="3127248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305409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Acúmulo de funções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6674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70432" y="3776472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0160" y="37033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Reconhecimento e posicionamento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159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170432" y="4425696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35254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genérica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"Quando você trava, o que faz? A resposta revela onde estão seus gaps reais."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faculdade, você estudou Direito. Ninguém te preparou para gestão, processos ou indicadores. Quando entrou no escritório, descobriu que o Controller Jurídico aprende fazendo — sem manual, sem referência, muitas vezes sozinho.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acervo interno: documente cada problema com o que funcionou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Dialogar com Controllers de outras áreas — a lógica de gestão é transferível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raciocínio do advogado antes de propor qualquer processo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decidir sem registrar o caminho percorrido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processo perfeito que ninguém usa não existe. O imperfeito que todos adotam, sim."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sócios aprovaram o processo em reunião. Em duas semanas, voltaram ao jeito antigo. A reunião foi boa — o escritório não mudou.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pelo diagnóstico: o que os sócios precisam ver para confiar?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em fases pequenas — uma vitória visível antes de escalar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um aliado interno antes de tentar o grupo inteiro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cada objeção como dado, não como obstáculo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 você fosse embora amanhã, a empresa saberia tudo que você faz? Você sabe?"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 controladoria, você é o RH, o TI, o mediador — e ainda precisa fechar o relatório mensal. Aceita tudo porque "é só dessa vez", que vira rotina.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todas as atividades por 30 dias — sem filtro, sem julgamento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Categorizar: controladoria, gestão geral, suporte, outros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o mapa aos sócios como diagnóstico, não reclamação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Negociar com dados: o que fica, o que vai, o que some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mercado não reconhece o que não consegue nomear. Como você se apresenta?"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escritório cresceu, se organizou. Mas na hora de negociar salário, você não sabe como justificar o que faz — porque o seu trabalho não está visível.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painel de indicadores e apresentar mensalmente aos sócios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Quantificar o antes e depois de cada processo implementado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a função: Controller Jurídico tem escopo e nomenclatura definidos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presença fora do escritório: LinkedIn, eventos, conexões da área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Controladoria Jurídica é nova. Quem se especializa agora define o padrão de amanhã."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Existem pós-graduações em Controladoria Jurídica. Mas quando você chega no escritório, percebe que eram teoria pura. O que o dia a dia cobra — precificação, indicadores, gestão de equipe — nenhum curso te preparou para isso.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a lógica do negócio jurídico antes de implementar qualquer coisa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a ler processo judicial como documento que impacta o financeiro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relatórios no vocabulário do advogado, não do contador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Conectar-se com outros Controllers Jurídicos — essa rede é sua real pós-graduação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389120" y="-1097280"/>
            <a:ext cx="5303520" cy="7498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0" dirty="0">
                <a:solidFill>
                  <a:srgbClr val="0F284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</a:t>
            </a:r>
            <a:endParaRPr lang="en-US" sz="3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Você chegou até aqui.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diz muito sobre você.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41148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Controladoria Jurídica não tem manual pronto.</a:t>
            </a:r>
            <a:endParaRPr lang="en-US" sz="13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tem pessoas que escolheram construir o caminho com mais consciência.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47872"/>
            <a:ext cx="4114800" cy="27432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  ·  contato@kariagestao.com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77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04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 Gestão  ·  Gestão que entrega. Estratégia que transforma.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IA Gestao">
  <a:themeElements>
    <a:clrScheme name="KARIA Gestao">
      <a:dk1>
        <a:srgbClr val="0D1F2D"/>
      </a:dk1>
      <a:lt1>
        <a:srgbClr val="F8F6F3"/>
      </a:lt1>
      <a:dk2>
        <a:srgbClr val="2A3F54"/>
      </a:dk2>
      <a:lt2>
        <a:srgbClr val="FFFFFF"/>
      </a:lt2>
      <a:accent1>
        <a:srgbClr val="B87333"/>
      </a:accent1>
      <a:accent2>
        <a:srgbClr val="C9A97A"/>
      </a:accent2>
      <a:accent3>
        <a:srgbClr val="8B5E3C"/>
      </a:accent3>
      <a:accent4>
        <a:srgbClr val="4A6280"/>
      </a:accent4>
      <a:accent5>
        <a:srgbClr val="7A9BAA"/>
      </a:accent5>
      <a:accent6>
        <a:srgbClr val="E8E0D5"/>
      </a:accent6>
      <a:hlink>
        <a:srgbClr val="B87333"/>
      </a:hlink>
      <a:folHlink>
        <a:srgbClr val="8B5E3C"/>
      </a:folHlink>
    </a:clrScheme>
    <a:fontScheme name="KARIA Gestao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Código do Controller Jurídico</dc:title>
  <dc:subject>Controladoria Jurídica</dc:subject>
  <dc:creator>Nathalya Pereira</dc:creator>
  <cp:lastModifiedBy>Nathalya Pereira</cp:lastModifiedBy>
  <cp:revision>1</cp:revision>
  <dcterms:created xsi:type="dcterms:W3CDTF">2026-10-15T19:38:57Z</dcterms:created>
  <dcterms:modified xsi:type="dcterms:W3CDTF">2026-10-15T19:38:57Z</dcterms:modified>
</cp:coreProperties>
</file>